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340"/>
                </a:solidFill>
                <a:latin typeface="Calibri"/>
              </a:rPr>
              <a:t>Accuracy on 32 questions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(%)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7A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Hybrid + rerank (baseline)</c:v>
                  </c:pt>
                  <c:pt idx="1">
                    <c:v>No rerank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</c:v>
                </c:pt>
                <c:pt idx="1">
                  <c:v>94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340"/>
                </a:solidFill>
                <a:latin typeface="Calibri"/>
              </a:rPr>
              <a:t>Average latency per question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seconds</c:v>
                </c:pt>
              </c:strCache>
            </c:strRef>
          </c:tx>
          <c:spPr>
            <a:solidFill>
              <a:srgbClr val="C77F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F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Hybrid + rerank (baseline)</c:v>
                  </c:pt>
                  <c:pt idx="1">
                    <c:v>No rerank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9.7</c:v>
                </c:pt>
                <c:pt idx="1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41A3D"/>
            </a:solidFill>
            <a:effectLst/>
          </c:spPr>
          <c:invertIfNegative val="0"/>
          <c:dLbls>
            <c:numFmt formatCode="0&quot;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 source searches (sequential)</c:v>
                  </c:pt>
                  <c:pt idx="1">
                    <c:v>Tool-selection model call</c:v>
                  </c:pt>
                  <c:pt idx="2">
                    <c:v>Streamed answer 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numFmt formatCode="0&quot;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3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dashed box with a screenshot of a real LangSmith trace (Projects &gt; the-program-desk &gt; any recent run). Point out: the first model call returns tool_calls (3 searches), each search shows its query and the [Result N | program | pages] headers, then the final streamed answer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 Desk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cited, refusal-safe RAG copilot for US defense-acquisition budgets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· Final Project · Soledad Villegas · September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the document and page. When the sources don’t say it, the desk says 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4173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0" y="1581912"/>
            <a:ext cx="548640" cy="54864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0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5270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Systems Annual Assessment · FY2024–26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2468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0" y="2633472"/>
            <a:ext cx="548640" cy="548640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257860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Acquisition Costs by Weapon System · FY2024–26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0" y="3685032"/>
            <a:ext cx="548640" cy="548640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6301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Budget: Selected Weapon Systems · FY2026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63840" y="4736592"/>
            <a:ext cx="548640" cy="548640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0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USAspending.gov contract awards · today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official sources, three different views of the same weapon program — and hundreds of pages each year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(independent watchdog), DoD’s Weapons Book (the budget request) and CRS (Congress’s analyst) describe the same programs differently — costs, schedules, quantities.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reconciling them by hand reads 200+ pages per source, per year.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chatbot is worse than nothing here: it answers confidently from memory and invents page numbers.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desk must do: retrieve, cite the exact page, compare sources, and REFUSE when the corpus doesn’t support an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9516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3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× fiscal years (FY2024–26)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464040" y="155448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685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retrievable chunks, each tied to exact PDF pages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356616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95160" y="3703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4572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agent can choose from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64040" y="356616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0" y="3703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$0.002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4572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 (local embeddings + reranker, gpt-4o-mini)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person who has to brief a decision-maker and be right about the page number.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the RAG pipeline and its components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ingestion runs once per document; the application path runs per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222B5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44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—  offline, cached: embed once, never re-pay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PDFs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×3, DoD ×3, CRS ×1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2112" y="2217420"/>
            <a:ext cx="265176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474720" y="18288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chunk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rules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2217420"/>
            <a:ext cx="265176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309360" y="18288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(MiniLM, local)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render page images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51392" y="2217420"/>
            <a:ext cx="265176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144000" y="18288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3 collections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fiscal_year metadata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51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 GAO + 270 Weapons Book + 9 CRS retrievable chunks · 1 chunk = 1 program profile (GAO), 1 section (DoD / CRS)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222B5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27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—  live, per question (Streamlit, streaming)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year filter + voice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79192" y="4000500"/>
            <a:ext cx="310896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017520" y="36118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— gpt-4o-mini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tools, streams answer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4000500"/>
            <a:ext cx="310896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035040" y="36118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embeddings → rerank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14232" y="4000500"/>
            <a:ext cx="310896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052560" y="3611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source-page preview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4416552"/>
            <a:ext cx="9144" cy="42976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40080" y="4590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(8)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86460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search_gao_reports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86460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search_weapons_book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86460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search_crs_reports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486460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5B3FA5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check_source_divergence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3153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C77F00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read_program_chart (vision)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543153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B0530B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search_usaspending (live)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543153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9A3E8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track_program (memory)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543153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9A3E8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recall_watchlist (memory)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 code, not just in the prompt: year scope enforced inside the tools · coverage guard (program named in the question must match a retrieved profile) · bibliography pages excluded at ingest · LangSmith trace on every call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core requirements — where each one lives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are built and demonstrable; deployment is local (Streamlit), as the brief allows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420624" cy="420624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630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with citations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46304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DB, 3 collections; every claim cites (program, pp. X–Y); refuses when unsupported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221992"/>
            <a:ext cx="420624" cy="420624"/>
          </a:xfrm>
          <a:prstGeom prst="ellipse">
            <a:avLst/>
          </a:prstGeom>
          <a:solidFill>
            <a:srgbClr val="B053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1762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tools + memory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7627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tool-calling loop over 8 tools; persistent watchlist (JSON) + session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35224"/>
            <a:ext cx="420624" cy="420624"/>
          </a:xfrm>
          <a:prstGeom prst="ellipse">
            <a:avLst/>
          </a:prstGeom>
          <a:solidFill>
            <a:srgbClr val="9A3E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8895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88950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every tool call and model call traced — the demo shows a real multi-step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57016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648456"/>
            <a:ext cx="420624" cy="420624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6027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component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602736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reads chart/timeline pages (gpt-4o-mini); voice input (Whisper); page images shown with citations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70248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361688"/>
            <a:ext cx="420624" cy="42062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1596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baseline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315968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32-question harness (now 36), keyword + page-citation grading; hybrid+rerank vs. no-rerank ablation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983480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5074920"/>
            <a:ext cx="420624" cy="420624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0292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502920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app, runs locally (streamlit run app.py); year filter, live awards panel, streaming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696712"/>
            <a:ext cx="11247120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5788152"/>
            <a:ext cx="420624" cy="420624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4360" y="5788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7424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574243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+ live demo + honest failure analysis +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 — what was chosen, and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was picked for cost, footprint and measurability, not habit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548640" cy="54864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08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all-MiniLM-L6-v2 (Chroma default)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92808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local, free, CPU-fast; 384-dim is plenty for ~1k chunks of technical prose. Rejected: paid API embeddings — cost and network for no measurable gain at this scale.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74520"/>
            <a:ext cx="548640" cy="548640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508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Reranker: FlashRank ms-marco-MiniLM-L-12-v2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892808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cross-encoder scores query+passage together, fixing what embeddings miss; 34 MB, no PyTorch. Rejected: sentence-transformers stack (GBs) for the same job.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447288"/>
            <a:ext cx="548640" cy="548640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81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Chroma, persistent, local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465576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zero infra, persists to disk so we embed once; per-source collections + fiscal_year metadata make year filters exact. Rejected: hosted DBs — unnecessary for a single-user corpus.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990088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447288"/>
            <a:ext cx="548640" cy="548640"/>
          </a:xfrm>
          <a:prstGeom prst="ellipse">
            <a:avLst/>
          </a:prstGeom>
          <a:solidFill>
            <a:srgbClr val="B053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081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gpt-4o-mini (OpenAI)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465576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cheapest tier with reliable tool calling, streaming and vision; the whole project ran for cents. Stronger models only add cost here — grounding comes from retrieval.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62856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5020056"/>
            <a:ext cx="548640" cy="548640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6542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one chunk = one document unit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038344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GAO has a standard 2-page profile per program (“Common Name:” header); DoD/CRS are sectioned. Semantic units beat fixed windows for exact page citations.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4562856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5020056"/>
            <a:ext cx="548640" cy="548640"/>
          </a:xfrm>
          <a:prstGeom prst="ellipse">
            <a:avLst/>
          </a:prstGeom>
          <a:solidFill>
            <a:srgbClr val="9A3E8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6542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 (stemmed) + embeddings + rerank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038344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embeddings missed literal keyword queries (“sensors”); stemming fixed plural/singular; rerank orders the merged pool. Measured: +3 pts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design — the model chooses, the code guards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framework: a hand-written loop over the OpenAI tool-calling API, so every step is visible in the trace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Question + history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watchlist context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78608" y="1897380"/>
            <a:ext cx="146304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743200" y="14630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picks tools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(0–N per round)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64608" y="1897380"/>
            <a:ext cx="146304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029200" y="14630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Tools 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citations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50608" y="1897380"/>
            <a:ext cx="146304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315200" y="14630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streams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36608" y="1897380"/>
            <a:ext cx="146304" cy="9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601200" y="14630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E7A46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Memory updated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(watchlist, history)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423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rounds; the loop never changes when a tool is added — tools are one entry in a registry.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2999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rules the model follows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38328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program question → search all three text sources before answering; never from memory.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/ divergence” → check_source_divergence (a dedicated classifier tool).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timelines, exact figures → read_program_chart (vision).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contracts, recipients → search_usaspending (live, with date and exclusion filters).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“Track X” / “my watchlist” → track_program / recall_watchlist (persists across sessions).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corpus → say so; never fill the gap with outside knowledge.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2999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enforced in code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38328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scope: the UI filter is applied inside the search tools — a year the model asks for outside the scope is ignored (verified).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guard: if a question names a program (F-35, CVN 78) and no retrieved profile is about it, the tool says so explicitly — stopped a real fabricated-citation bug.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pages (“Related GAO Products”) are excluded at ingest so titles can’t be read as findings.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award descriptions are treated as data, never instructions.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tests (weather, recipes, World Cup) pass 4/4 — no tool calls made.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core and observability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audio participate in how the desk answers; every run is traceable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chunk’s PDF pages are rendered to PNG at ingest (cached), so the app shows the actual cited page next to the answer — click “Preview page”.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read_program_chart sends that page image to gpt-4o-mini vision: it reads donut charts and milestone timelines that text extraction scrambles (which number belongs to which ring).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the chart-quantity question passes with the vision tool + rerank, and fails without rerank (the chart page isn’t surfaced).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input: a mic button transcribes with Whisper into the editable question box — review, then send.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like the embeddings: ~1,000 page images are rendered once at ingest, so showing a source page costs nothing at question time.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here: the numbers a budget analyst needs most — procurement vs. development split, unit quantities, milestone dates — live in exactly those graphics.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9A3E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— LangSmith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402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@traceable on ask() and on every tool; the OpenAI client is wrapped, so each model call shows tokens, latency and cost.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of one question reads top-down: the tool-selection round, each search with its query and results, then the streamed answer.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the two prompt regressions in the failure analysis were found and confirmed fixed.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question is read straight off the trace — that is where the ≈ $0.002 figure comes from.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4114800"/>
            <a:ext cx="50292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9A3E8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83680" y="420624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 of one multi-step 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(screenshot: agent → 3 searches → answer, with per-call latency)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32 question–answer pairs, graded automatically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the full pipeline (hybrid + rerank); ablation = same pipeline with the reranker off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1732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663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4864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32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57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with the reranker (30 / 32 without)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91840" y="4663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38328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5257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page-checked answers cited the exact expected page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26480" y="4663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21792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5257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out-of-corpus questions correctly refused, zero tool calls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961120" y="46634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05256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5257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Book questions correct · 13 / 14 GAO · 2 / 2 cross-source · 2 / 2 chart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is deterministic (expected keywords + expected page), not an LLM judge — cheap, reproducible, and it exposes its own blind spots (next slide). The set has since grown to 36 questions with regression cases for the bugs found.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analysis — what the numbers hide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decision has a measurement behind it; three of those measurements taught us something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64208"/>
            <a:ext cx="292608" cy="292608"/>
          </a:xfrm>
          <a:prstGeom prst="ellipse">
            <a:avLst/>
          </a:prstGeom>
          <a:solidFill>
            <a:srgbClr val="9A2F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6002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failure in both runs: “Raptor”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057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full name of the F-22 program GAO assesses. The corpus profile is “F-22 Sensor Enhancements (F-22 SeE)” — the answer was right, the expected keyword was wrong. A grading artifact, not a retrieval error; the question was rewritten.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664208"/>
            <a:ext cx="292608" cy="292608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6002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reranker actually buys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057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chart-quantity question refused: the chart page never reached the top-4. +3 accuracy points cost +5 s per question — a trade we keep, and now pay only once per corpus thanks to index warm-up at startup.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8404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caveat, stated honestly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hits are appended after embedding hits and only the reranker re-sorts the pool — so “rerank off” is closer to “embeddings only”. A clean isolation needs interleaving before truncation (next step).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904488"/>
            <a:ext cx="292608" cy="29260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38404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found by testing, fixed in code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GAO citation from a bibliography page → pages excluded at ingest + coverage guard. Over-eager refusal on broad questions (“sensors”) → routing rule rewritten. Both now regression cases.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 remains the hardest problem: the model was seen citing printed page labels instead of PDF pages until page labels were stripped from what the model sees.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that exercise retrieval, comparison, the year filter and live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retrieval + refusal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7452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risks does GAO flag for CVN 78?” → streamed answer with (CVN 78, pp. 145) and the source page preview. Then: “Who won the World Cup?” → refusal, no tool call.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filter + comparison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004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FY2024: same question returns the 2024 assessment (16-month test extension). Then “Compare GAO and DoD on CVN 78” → divergence tool, agreements / disagreements / gaps.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60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+ live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2628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the CVN 78 program cost chart” → vision tool reads the figures. “Recent F-35 awards, excluding Lockheed” → USAspending with the exclusion applied. Voice: ask one by mic.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141732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039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watch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19202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“Searching sources (FY2026)…” while tools run, then text streams in.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name program + page; “Preview page” shows the PDF page.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trace expander: the exact chunks the model saw.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Latest-awards panel: live USAspending, cached 1 h.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pills change the scope in code — answers and citations change with them.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sends; the mic sits beside Send.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222B5E"/>
          </a:solidFill>
          <a:ln w="12700">
            <a:solidFill>
              <a:srgbClr val="C77F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5778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work this week: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s → 19 s per question on the same query. Causes found: a days-old server running stale code, a second full LLM “review” call per answer, and 30 s of cold start paid on the first question. Fixes: single fresh server, review pass off, indexes warmed once at startup, streaming restored. Floor today ≈ 15 s to first token (3 sequential searches + 2 model calls).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the brief’s two habits: a mini model while building, and ingest-once caching everywhere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669280" cy="475488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(MiniLM, local CPU)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4630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669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0116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index + FlashRank reranker (local)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0116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669280" cy="475488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5603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images (rendered once at ingest)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603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669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1089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per question (2 calls, ~6k tokens)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089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$0.002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669280" cy="475488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576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transcription per voice question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6576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$0.001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5669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206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chart reading (when used)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2062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$0.002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5669280" cy="475488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47548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project to date (dev + 3 eval runs)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4754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 €10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~19 s per question goes</a:t>
            </a:r>
            <a:endParaRPr lang="en-US" sz="15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0" y="1874520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400800" y="438912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searches were measured and were slower (19 s vs 14.8 s): the reranker already multi-threads, so three at once oversubscribe the CPU. Kept sequential; fix is thread pinning (next steps).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(embedding model, 3 BM25 indexes, reranker) is paid once at app start behind a spinner, not on the first question.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candidates to rerank (20 → 12) after the corpus tripled with multi-year data.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build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priority order — each item has a measurement or a requirement behind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deployment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0428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with the API key as a secret; hosted Chroma so restarts don’t rebuild indexes.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37360"/>
            <a:ext cx="457200" cy="457200"/>
          </a:xfrm>
          <a:prstGeom prst="ellipse">
            <a:avLst/>
          </a:prstGeom>
          <a:solidFill>
            <a:srgbClr val="C77F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737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in CI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30428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36-question set on every change to the prompt or tools. Both bugs this month were prompt-balance regressions a human caught by accident.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3736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737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reranker ablation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0428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BM25 and embedding candidates before truncation, then re-measure rerank on/off in isolation.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retrieval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4531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reranker threads and run the three searches in parallel (target: ~8 s to first token).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3886200"/>
            <a:ext cx="457200" cy="457200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348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Multi-year CRS + more years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4531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FY2024/25 are different report series; needs their own section maps. Extend GAO/DoD back to FY2021.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222B5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886200"/>
            <a:ext cx="457200" cy="457200"/>
          </a:xfrm>
          <a:prstGeom prst="ellipse">
            <a:avLst/>
          </a:prstGeom>
          <a:solidFill>
            <a:srgbClr val="5B3FA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memory and access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4531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per-user watchlists before anyone but me uses it; rate limits and a cost ceiling.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   ·   Code, README with architecture diagram, traces and eval results are in the repository.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2026-09-06T06:58:13Z</dcterms:created>
  <dcterms:modified xsi:type="dcterms:W3CDTF">2026-09-06T06:58:13Z</dcterms:modified>
</cp:coreProperties>
</file>